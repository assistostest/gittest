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Error rendering component file-exp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Eroare la accesarea Confidential si Audit in aplicatia file-exp.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Eroare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ToolError: Invalid DPU response for dpu_workspace_roots</a:t>
            </a:r>
          </a:p>
          <a:p>
            <a:r>
              <a:t>MCP error -32603: command exited with code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Functionalitatea Confidential si Audit este blocata.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